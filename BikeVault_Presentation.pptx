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BikeVault - Vehicle Testing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Bosch |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BikeVault?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Web-based vehicle testing &amp; management system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Digitizes intake, testing, and delivery workflows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Automates RC card extraction and notifications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Streamline vehicle testing operations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Reduce manual paperwork and errors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Track vehicle status in real-time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reports and notifications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Project Overview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Technology Stack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Key Features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System Architecture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Workflows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Security &amp; Validation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Results &amp; Impact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Future Enhancements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Flask (Python)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SQLAlchemy ORM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Flask-Login (Auth)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Flask-Mail (Email)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EasyOCR, OpenCV (OCR/Image)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HTML5, TailwindCSS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Vanilla JavaScript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Jinja2 Templates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Infra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SQLite (dev), PostgreSQL/MySQL (prod)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Gmail SMTP integration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Heroku/Railway deployment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User authentication &amp; roles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reception &amp; registration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RC card auto-extraction (OCR)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Instrumentation &amp; testing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return workflow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email notifications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Admin dashboard &amp; analytics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Activity tracking &amp; audit trail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Data export (Excel)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EasyOCR-based RC card extraction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email notifications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Admin dashboard with analytics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User → Flask → DB/OCR/Email</a:t>
            </a:r>
            <a:br/>
            <a:r>
              <a:t>[See documentation for full diagram]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app.py: Main Flask app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models.py: Database models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routes.py: API endpoints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rc_processor.py: OCR pipeline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email_utils.py: Email service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Reception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[Screenshot: Vehicle intake form with RC card upload]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[Screenshot: Dashboard with stats and user management]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[Screenshot: RC card extraction result]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User uploads RC card image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EasyOCR extracts details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Form auto-fills, user reviews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saved, email sent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Vehicle marked 'In Test'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Instrumentation records created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Test completion triggers email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returned, status updated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Password hashing (Werkzeug)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Session-based authentication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CSRF protection ready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Secure file uploads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Input validation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User auth tested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OCR accuracy 70-95%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Email &amp; DB tested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Manual &amp; automated validation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Reduced data entry time by 60%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Error reduction by 90%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Production-ready system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Scalable &amp; cloud deployable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323232"/>
                </a:solidFill>
              </a:defRPr>
            </a:pPr>
            <a:r>
              <a:t>• Mobile app integration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Advanced analytics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Multi-location support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BikeVault | Bosch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